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676" autoAdjust="0"/>
    <p:restoredTop sz="96301"/>
  </p:normalViewPr>
  <p:slideViewPr>
    <p:cSldViewPr>
      <p:cViewPr varScale="1">
        <p:scale>
          <a:sx n="147" d="100"/>
          <a:sy n="147" d="100"/>
        </p:scale>
        <p:origin x="216" y="560"/>
      </p:cViewPr>
      <p:guideLst>
        <p:guide orient="horz" pos="1611"/>
        <p:guide pos="287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E2B2BC9D-A816-4D0A-858B-1D023B3A8ACA}" type="datetime1">
              <a:rPr lang="ko-KR" altLang="en-US"/>
              <a:pPr lvl="0">
                <a:defRPr lang="ko-KR" altLang="en-US"/>
              </a:pPr>
              <a:t>2025. 5. 10.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09F4262C-968C-4EE9-8164-CE16364706B3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D61B-4551-4FD2-AA00-C6D5670339EB}" type="datetimeFigureOut">
              <a:rPr lang="ko-KR" altLang="en-US" smtClean="0"/>
              <a:pPr/>
              <a:t>2025. 5. 10.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64E0E-B518-455F-801D-0D764F85AF0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2025. 5. 10.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2025. 5. 10.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2025. 5. 10.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2025. 5. 10.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2025. 5. 10.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2025. 5. 10.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및 설명" type="objTx" preserve="1">
  <p:cSld name="내용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2025. 5. 10.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2025. 5. 10.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본문" type="vertTx" preserve="1">
  <p:cSld name="제목 및 세로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2025. 5. 10.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CC3D61B-4551-4FD2-AA00-C6D5670339EB}" type="datetime1">
              <a:rPr lang="ko-KR" altLang="en-US"/>
              <a:pPr lvl="0">
                <a:defRPr lang="ko-KR" altLang="en-US"/>
              </a:pPr>
              <a:t>2025. 5. 10.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9E664E0E-B518-455F-801D-0D764F85AF04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3D61B-4551-4FD2-AA00-C6D5670339EB}" type="datetimeFigureOut">
              <a:rPr lang="ko-KR" altLang="en-US" smtClean="0"/>
              <a:pPr/>
              <a:t>2025. 5. 10.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64E0E-B518-455F-801D-0D764F85AF0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598289"/>
            <a:ext cx="9144000" cy="1102519"/>
          </a:xfrm>
        </p:spPr>
        <p:txBody>
          <a:bodyPr>
            <a:noAutofit/>
          </a:bodyPr>
          <a:lstStyle/>
          <a:p>
            <a:pPr>
              <a:lnSpc>
                <a:spcPts val="6000"/>
              </a:lnSpc>
              <a:defRPr lang="ko-KR" altLang="en-US"/>
            </a:pPr>
            <a:r>
              <a:rPr lang="ko-KR" altLang="en-US" sz="4200" b="1" dirty="0">
                <a:latin typeface="+mn-lt"/>
              </a:rPr>
              <a:t>가사 </a:t>
            </a:r>
            <a:r>
              <a:rPr lang="en-US" altLang="ko-KR" sz="4200" b="1" dirty="0">
                <a:latin typeface="+mn-lt"/>
              </a:rPr>
              <a:t>1</a:t>
            </a:r>
            <a:br>
              <a:rPr lang="en-US" altLang="ko-KR" sz="4200" b="1" dirty="0">
                <a:latin typeface="+mn-lt"/>
              </a:rPr>
            </a:br>
            <a:r>
              <a:rPr lang="ko-KR" altLang="en-US" sz="4200" b="1" dirty="0">
                <a:latin typeface="+mn-lt"/>
              </a:rPr>
              <a:t>가사 </a:t>
            </a:r>
            <a:r>
              <a:rPr lang="en-US" altLang="ko-KR" sz="4200" b="1" dirty="0">
                <a:latin typeface="+mn-lt"/>
              </a:rPr>
              <a:t>2</a:t>
            </a:r>
            <a:endParaRPr lang="ko-KR" altLang="en-US" sz="4200" b="1" dirty="0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함초롬돋움"/>
      </a:majorFont>
      <a:minorFont>
        <a:latin typeface="함초롬돋움"/>
        <a:ea typeface="함초롬돋움"/>
        <a:cs typeface="함초롬돋움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</Words>
  <Application>Microsoft Macintosh PowerPoint</Application>
  <PresentationFormat>화면 슬라이드 쇼(16:9)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함초롬돋움</vt:lpstr>
      <vt:lpstr>Arial</vt:lpstr>
      <vt:lpstr>Office 테마</vt:lpstr>
      <vt:lpstr>가사 1 가사 2</vt:lpstr>
    </vt:vector>
  </TitlesOfParts>
  <Manager/>
  <Company>USER_HOME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주의 도를 내게 알리소서 진리의 길로 행하리</dc:title>
  <dc:creator>USER</dc:creator>
  <cp:lastModifiedBy>김승헌</cp:lastModifiedBy>
  <cp:revision>62</cp:revision>
  <dcterms:created xsi:type="dcterms:W3CDTF">2010-11-20T06:18:13Z</dcterms:created>
  <dcterms:modified xsi:type="dcterms:W3CDTF">2025-05-10T12:28:35Z</dcterms:modified>
  <cp:version>0906.0100.01</cp:version>
</cp:coreProperties>
</file>